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2A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E2A2C"/>
                </a:solidFill>
                <a:latin typeface="Arial"/>
              </a:rPr>
              <a:t>Before/After Iteration Comparison (Validation F1)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F1 (macro)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A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Iteration 1
(baseline)</c:v>
                  </c:pt>
                  <c:pt idx="1">
                    <c:v>Iteration 2
(tuned, selected)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0.8648</c:v>
                </c:pt>
                <c:pt idx="1">
                  <c:v>0.9666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0E2A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 Dashboard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Project: An End-to-End Text Sentiment Analysis System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AI &amp; Software Development Internship — Task 28 (Final Task)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Project Value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Value Proposition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4FAF9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105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19456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service/marketing teams have to read large volumes of reviews by hand, which is slow and inconsistent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4FAF9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383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227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6118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Small-to-medium online store owners and customer service teams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4FAF9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800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6451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02920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sentiment analysis of review text, in both Thai and English, through an easy-to-use web page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Data to Deployment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4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37744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Model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(Thai + English)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27432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88920" y="219456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237744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2608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7432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29200" y="219456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4FAF9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37744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6636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/api/predict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7432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269480" y="219456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4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237744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27432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509760" y="219456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46920" y="237744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4692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480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TF-IDF + Logistic Regression was chosen instead of a Transformer because the deployment environment has no access to the Hugging Face Hub, and a small, fast-inference model was needed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 (Test Set)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021C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96.7%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021C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8288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0.967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560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021C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8288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560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(macro)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021C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18288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560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(macro)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356616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6309360" y="356616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4FAF9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37960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40690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30 test samples, only 1 was mispredicted — a sentence starting with a connecting phrase ("Honestly, ...") before a positive statement, an expected limitation of TF-IDF, which does not understand sentence context as well as a Transformer model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 and Frontend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AF9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/api/health — checks system status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/api/predict — analyzes a single text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/api/predict/batch — analyzes multiple texts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/api/metrics — the model's performance results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with Pydantic • CORS enabled • No login system (out-of-scope as stated in Part 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AF9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Dashboard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331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 box + Analyze button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bar chart for 3 classes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backend connection status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/ Error state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analysis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metrics panel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Deployment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AF9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(pytest)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 test cases all passing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positive / negative (Thai+English)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empty text / missing field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prediction + filtering empty text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endpoint meets the accuracy ≥ 70% threshold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found: newer sklearn versions removed the 'multi_class' parameter — fixed by removing it from the training script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AF9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(Docker Compose)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31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container — FastAPI/Uvicorn : 8000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container — Nginx serving index.html : 8080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a single command: docker compose up --build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environment variables needed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Lessons Learned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 Learned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4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the Hugging Face Hub in the deployment environment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real-world data, requiring self-generated synthetic data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support both Thai and English in a single model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33172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techniques suited to real constraints, not the most complex technique available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and comparing before/after results supports evidence-based decisions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E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tests from the start helped catch bugs from library changes quickly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Wrap-up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[add repository link here]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Logs: compiled every day throughout the internship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Report: summary of skills gained and overall experience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AI &amp; Software Development Internship — Task 28 (Final Task)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2026-08-28T03:56:59Z</dcterms:created>
  <dcterms:modified xsi:type="dcterms:W3CDTF">2026-08-28T03:56:59Z</dcterms:modified>
</cp:coreProperties>
</file>